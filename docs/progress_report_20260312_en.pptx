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SourceAgent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C7680"/>
                </a:solidFill>
              </a:rPr>
              <a:t>March 12, 2026 | architecture, supervision, benchmark assets, and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828800" cy="347472"/>
          </a:xfrm>
          <a:prstGeom prst="roundRect">
            <a:avLst/>
          </a:prstGeom>
          <a:solidFill>
            <a:srgbClr val="192F59"/>
          </a:solidFill>
          <a:ln>
            <a:solidFill>
              <a:srgbClr val="192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Main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B35"/>
                </a:solidFill>
                <a:latin typeface="Aptos"/>
              </a:rPr>
              <a:t>SourceAgent is not only a source/sink detector. It is becoming a two-phase system for monolithic firmware that recovers source, object, channel, root, and check structure, then calibrates chain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86200"/>
            <a:ext cx="2560320" cy="347472"/>
          </a:xfrm>
          <a:prstGeom prst="roundRect">
            <a:avLst/>
          </a:prstGeom>
          <a:solidFill>
            <a:srgbClr val="468F53"/>
          </a:solidFill>
          <a:ln>
            <a:solidFill>
              <a:srgbClr val="468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What is already 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GT-backed structural chain recovery is already very strong.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Chain-level risk GT now exists for curated anchor chains.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Benchmark assets and manifests are mostly in place.</a:t>
            </a:r>
          </a:p>
        </p:txBody>
      </p:sp>
      <p:pic>
        <p:nvPicPr>
          <p:cNvPr id="8" name="Picture 7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035040" cy="3394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Target Problem and Why Structure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663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Target binaries are Type-II/III monolithic firmware, not Linux-like multi-process programs.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Inputs enter through MMIO, ISR-filled buffers, DMA-backed buffers, and shared SRAM objects.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A sink hit alone is not enough. We need to explain how attacker-controlled data becomes the dangerous sink parameter.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The core recovery targets are source, sink, object, channel, sink root, and derive/check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28016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22B35"/>
                </a:solidFill>
                <a:latin typeface="Aptos"/>
              </a:rPr>
              <a:t>Phase A chain classes:
- label verifier verdict: VERIFIED / PARTIAL / REJECTED / UNKNOWN
- chain verdict: CONFIRMED / SUSPICIOUS / SAFE_OR_LOW_RISK / DROP
- risk side-band: LOW / MEDIUM / HIGH and P0 / P1 / 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53949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BC4A48"/>
                </a:solidFill>
                <a:latin typeface="Aptos"/>
              </a:rPr>
              <a:t>Deterministic means reproducible fact extraction. Fail-closed means missing evidence never upgrades into a stronger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End-to-End Architecture</a:t>
            </a:r>
          </a:p>
        </p:txBody>
      </p:sp>
      <p:pic>
        <p:nvPicPr>
          <p:cNvPr id="3" name="Picture 2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292840" cy="6352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C7680"/>
                </a:solidFill>
                <a:latin typeface="Aptos"/>
              </a:rPr>
              <a:t>Stage 1-7 establish label-level facts. Stage 8-9 assemble structure. Phase A.5 enriches low-confidence artifacts. Phase B calibrates semantic verdict and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What Each Early-Phase Artifact Means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1554480" cy="320040"/>
          </a:xfrm>
          <a:prstGeom prst="roundRect">
            <a:avLst/>
          </a:prstGeom>
          <a:solidFill>
            <a:srgbClr val="3A6EA5"/>
          </a:solidFill>
          <a:ln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MemoryMap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22B35"/>
                </a:solidFill>
                <a:latin typeface="Aptos"/>
              </a:rPr>
              <a:t>Stage 1 output. A binary-specific address-space map: flash, SRAM, MMIO, system regions, base address, entry point, vector table, and ISR hypotheses.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194560" cy="320040"/>
          </a:xfrm>
          <a:prstGeom prst="roundRect">
            <a:avLst/>
          </a:prstGeom>
          <a:solidFill>
            <a:srgbClr val="3A6EA5"/>
          </a:solidFill>
          <a:ln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MemoryAccessIndex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22B35"/>
                </a:solidFill>
                <a:latin typeface="Aptos"/>
              </a:rPr>
              <a:t>Stage 2 output. A structured index of loads/stores with target address, provenance, function context, ISR flag, global symbols, and decompiled cache.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2560320" cy="320040"/>
          </a:xfrm>
          <a:prstGeom prst="roundRect">
            <a:avLst/>
          </a:prstGeom>
          <a:solidFill>
            <a:srgbClr val="C97537"/>
          </a:solidFill>
          <a:ln>
            <a:solidFill>
              <a:srgbClr val="C97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Proposal and 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22B35"/>
                </a:solidFill>
                <a:latin typeface="Aptos"/>
              </a:rPr>
              <a:t>Stage 6 proposes a label for each evidence pack. Stage 7 checks label-specific obligations. The verifier sits before chain linking because it must clean local source/sink facts before they are combined.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222B35"/>
                </a:solidFill>
                <a:latin typeface="Aptos"/>
              </a:rPr>
              <a:t>Examples of required obligations:
- MMIO_READ: constant base + peripheral range
- ISR_MMIO_READ: MMIO obligations + ISR context
- COPY_SINK: callsite match + argument extraction
- FORMAT_STRING_SINK: printf-like call + non-literal format
If required obligations fail, the label does not become authoritative.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How a Chain Is Assembled</a:t>
            </a:r>
          </a:p>
        </p:txBody>
      </p:sp>
      <p:pic>
        <p:nvPicPr>
          <p:cNvPr id="3" name="Picture 2" descr="chain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155680" cy="6275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Phase A.5 LLM Supervision</a:t>
            </a:r>
          </a:p>
        </p:txBody>
      </p:sp>
      <p:pic>
        <p:nvPicPr>
          <p:cNvPr id="3" name="Picture 2" descr="supervis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97280"/>
            <a:ext cx="5577840" cy="3071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097280"/>
            <a:ext cx="4846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Role: bounded enrichment of low-confidence sources, sinks, objects, and channels before final Phase A artifacts are frozen.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Implementation position: a late Phase A enrichment loop inside stage 10: supervision queue → LLM decisions → deterministic merge gates → rebuilt artifacts.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It is not a second vulnerability reviewer. It does not rewrite source reachability, object binding, channel existence, or root extraction from scratch.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Workflow: build supervision_queue → ask the LLM for structured decisions → pass deterministic merge gates → enrich verified labels / objects / channels only if accepted.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Current aggregate run: 148 queued, 122 reviewed, 70 accepted, 30 audit-only, 22 rejected.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B35"/>
                </a:solidFill>
              </a:rPr>
              <a:t>Acceptance is currently strongest for sources and sinks. Object/channel enrichment is wired, but still conservative.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Benchmark Assets and GT Tiers</a:t>
            </a:r>
          </a:p>
        </p:txBody>
      </p:sp>
      <p:pic>
        <p:nvPicPr>
          <p:cNvPr id="3" name="Picture 2" descr="gt_tiers_and_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1064240" cy="61101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C7680"/>
                </a:solidFill>
                <a:latin typeface="Aptos"/>
              </a:rPr>
              <a:t>L1 = sink-only GT for scalable strict metrics. L2 = artifact GT for sources/objects/channels/roots/derive-checks. L3 = full chain GT for publishable end-to-end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How GT Is Created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22B35"/>
                </a:solidFill>
                <a:latin typeface="Aptos"/>
              </a:rPr>
              <a:t>GT construction modes:
1. Microbench
- small, controlled CVE reproductions
- artifact-complete GT
2. Mesobench / GT-backed
- realistic binaries
- draft-then-freeze workflow
- initial chains may be auto-promoted from live runs, then manually curated
3. Risk GT
- only curated anchor chains are labeled first
- expected_final_verdict + expected_final_risk_band + expected_review_priority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B35"/>
                </a:solidFill>
                <a:latin typeface="Courier New"/>
              </a:rPr>
              <a:t>{
  "chain_id": "C1_evt_overflow",
  "expected_verdict": "CONFIRMED",
  "expected_final_verdict": "CONFIRMED",
  "expected_final_risk_band": "HIGH",
  "expected_review_priority": "P0"
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38862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22B35"/>
                </a:solidFill>
                <a:latin typeface="Aptos"/>
              </a:rPr>
              <a:t>Example: the HCI-over-SPI microbench sample explicitly records source, objects, sink roots, derive/check facts, full chains, and anchor-level risk GT.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What We Can Already Claim with High Confidence</a:t>
            </a:r>
          </a:p>
        </p:txBody>
      </p:sp>
      <p:pic>
        <p:nvPicPr>
          <p:cNvPr id="3" name="Picture 2" descr="structur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10972800" cy="60414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C7680"/>
                </a:solidFill>
                <a:latin typeface="Aptos"/>
              </a:rPr>
              <a:t>Interpretation: Phase A structural recovery is no longer the main bottleneck. The main open problem is verdict calibration and robustness on stripped/raw binaries.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Case Studies from the Latest Full Live Run</a:t>
            </a:r>
          </a:p>
        </p:txBody>
      </p:sp>
      <p:pic>
        <p:nvPicPr>
          <p:cNvPr id="3" name="Picture 2" descr="case_stu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What We Can and Cannot Yet Claim on Real Firmware</a:t>
            </a:r>
          </a:p>
        </p:txBody>
      </p:sp>
      <p:pic>
        <p:nvPicPr>
          <p:cNvPr id="3" name="Picture 2" descr="real_firmwar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394960" cy="3121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14300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>
                <a:solidFill>
                  <a:srgbClr val="222B35"/>
                </a:solidFill>
              </a:rPr>
              <a:t>Stage-10 runs already scale to real monolithic firmware and produce rich artifacts, chain queues, and review worklists.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B35"/>
                </a:solidFill>
              </a:rPr>
              <a:t>Representative no-GT runs on Contiki and Zephyr show dozens of chains and many cross-context paths.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B35"/>
                </a:solidFill>
              </a:rPr>
              <a:t>This is evidence of throughput and structural richness, not yet final proof of correctness.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B35"/>
                </a:solidFill>
              </a:rPr>
              <a:t>Honest limitation: the benchmark-grade proof on broad real firmware still needs a frozen real-firmware track and more ground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BC4A48"/>
                </a:solidFill>
                <a:latin typeface="Aptos"/>
              </a:rPr>
              <a:t>This is the missing claim you wanted to surface explicitly: real-firmware effectiveness is promising, but not yet proven to benchmark standard.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Main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Targeting Type-II/III monolithic firmware rather than Linux-like software.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Recovering structure beyond source/sink labels: ChannelGraph, root-aware linking, and derive/check evidence.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Using LLMs only in bounded, auditable roles: Phase A.5 supervision and Phase B semantic review cannot replace deterministic fact extraction.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Building a benchmark-ready asset stack instead of a one-off detector demo.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Introducing chain-level risk GT so evaluation can ask not only “was the chain found?” but also “was it calibrated to CONFIRMED / HIGH / P0?”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F59"/>
                </a:solidFill>
              </a:rPr>
              <a:t>What Is Still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Benchmark v1 still needs frozen dev/report splits.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Raw .bin known-base and inferred-base tracks are not yet canonical benchmark tracks.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Risk calibration needs a dedicated frozen subset and more patched / negative GT.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Ablations exist conceptually, but are not yet frozen as benchmark presets.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Suite summaries should report by format, size, execution model, and framework.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B35"/>
                </a:solidFill>
              </a:rPr>
              <a:t>The strongest remaining external criticism is real-firmware validity: we need more benchmark-grade proof, not just stress-run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